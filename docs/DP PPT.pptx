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embeddedFontLst>
    <p:embeddedFont>
      <p:font typeface="Arial Narrow" panose="020B0606020202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Style>
        <a:tcBdr/>
        <a:fill>
          <a:solidFill>
            <a:srgbClr val="D4E2CE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4E2CE"/>
          </a:solidFill>
        </a:fill>
      </a:tcStyle>
    </a:band1V>
    <a:band2V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063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49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50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51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52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753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89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0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0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9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8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2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7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53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3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8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73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0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5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3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2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0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31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2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33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4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5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6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9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8730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1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2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4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735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6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7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7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08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09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0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1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9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0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1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3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744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745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6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7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8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48719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720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1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2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2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3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14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5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6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indent="0" algn="ctr">
              <a:buSzPts val="3600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sz="3000" b="1" dirty="0"/>
              <a:t>END SEMESTER PRACTICAL EXAMINATION- NOV / DEC 2025</a:t>
            </a:r>
            <a:endParaRPr lang="en-US" sz="3000" dirty="0"/>
          </a:p>
          <a:p>
            <a:pPr marL="0" lvl="0" indent="0" algn="ctr">
              <a:buSzPts val="2800"/>
              <a:buNone/>
            </a:pPr>
            <a:r>
              <a:rPr lang="en-US" sz="3000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lang="en-US" sz="30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algn="ctr">
              <a:buSzPts val="36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 : 12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01.12.2025</a:t>
            </a:r>
            <a:endParaRPr lang="zh-CN" altLang="en-US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587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91;p1"/>
          <p:cNvPicPr preferRelativeResize="0">
            <a:picLocks/>
          </p:cNvPicPr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789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96;p2"/>
          <p:cNvSpPr txBox="1">
            <a:spLocks noGrp="1"/>
          </p:cNvSpPr>
          <p:nvPr>
            <p:ph type="body" idx="1"/>
          </p:nvPr>
        </p:nvSpPr>
        <p:spPr>
          <a:xfrm>
            <a:off x="72900" y="435929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IN" sz="4000" b="1" dirty="0">
                <a:latin typeface="+mj-lt"/>
              </a:rPr>
              <a:t>AI-POWERED PHISHING DETECTOR</a:t>
            </a:r>
            <a:endParaRPr lang="en-IN" sz="4000" b="1" dirty="0">
              <a:latin typeface="+mj-lt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591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2" name="Google Shape;98;p2"/>
          <p:cNvSpPr txBox="1">
            <a:spLocks noGrp="1"/>
          </p:cNvSpPr>
          <p:nvPr>
            <p:ph type="body" idx="1"/>
          </p:nvPr>
        </p:nvSpPr>
        <p:spPr>
          <a:xfrm>
            <a:off x="1556316" y="3499768"/>
            <a:ext cx="304635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</a:rPr>
              <a:t>Mr. D. P. Devan, Assistant Professor, </a:t>
            </a:r>
          </a:p>
          <a:p>
            <a:pPr marL="0" lvl="0" indent="0"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</a:rPr>
              <a:t>Department of CSE</a:t>
            </a:r>
            <a:endParaRPr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3" name="Google Shape;99;p2"/>
          <p:cNvSpPr txBox="1">
            <a:spLocks noGrp="1"/>
          </p:cNvSpPr>
          <p:nvPr>
            <p:ph type="body" idx="1"/>
          </p:nvPr>
        </p:nvSpPr>
        <p:spPr>
          <a:xfrm>
            <a:off x="6420576" y="3499768"/>
            <a:ext cx="5441235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R. Aravinth Krishna (811722104012)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K. Arun (811722104016)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M. </a:t>
            </a:r>
            <a:r>
              <a:rPr lang="en-US" sz="2400" dirty="0" err="1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Jayanan</a:t>
            </a: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 (811722104062)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17737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597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2044874"/>
            <a:ext cx="10515600" cy="4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spcBef>
                <a:spcPts val="120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design a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browser-based AI system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that detects phishing websites in real time.</a:t>
            </a:r>
          </a:p>
          <a:p>
            <a:pPr marL="514350" lvl="0" indent="-514350" algn="just">
              <a:spcBef>
                <a:spcPts val="120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integrate ML classification with HTTPS and domain-based checks for accuracy.</a:t>
            </a:r>
          </a:p>
          <a:p>
            <a:pPr marL="514350" lvl="0" indent="-514350" algn="just">
              <a:spcBef>
                <a:spcPts val="120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ensure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safe and seamless browsing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with a lightweight, secure Chrome Extension.</a:t>
            </a:r>
          </a:p>
          <a:p>
            <a:pPr marL="514350" lvl="0" indent="-514350" algn="just">
              <a:spcBef>
                <a:spcPts val="120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create a centralized database that continuously learns and adapts from new phishing patterns for improved detection over time.</a:t>
            </a:r>
          </a:p>
        </p:txBody>
      </p:sp>
      <p:sp>
        <p:nvSpPr>
          <p:cNvPr id="1048598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11;p4"/>
          <p:cNvSpPr txBox="1">
            <a:spLocks noGrp="1"/>
          </p:cNvSpPr>
          <p:nvPr>
            <p:ph type="title"/>
          </p:nvPr>
        </p:nvSpPr>
        <p:spPr>
          <a:xfrm>
            <a:off x="0" y="276037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60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6429"/>
          </a:bodyPr>
          <a:lstStyle/>
          <a:p>
            <a:pPr marL="514350" lvl="0" indent="-514350" algn="just">
              <a:spcBef>
                <a:spcPts val="1200"/>
              </a:spcBef>
              <a:buSzPts val="2800"/>
              <a:buAutoNum type="arabicPeriod"/>
            </a:pP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Phishing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is one of the most common and dangerous online threats targeting user data.</a:t>
            </a:r>
          </a:p>
          <a:p>
            <a:pPr marL="514350" lvl="0" indent="-514350" algn="just">
              <a:spcBef>
                <a:spcPts val="120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Traditional blacklist systems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fail to detect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newly launched phishing sites.</a:t>
            </a:r>
          </a:p>
          <a:p>
            <a:pPr marL="514350" lvl="0" indent="-514350" algn="just">
              <a:spcBef>
                <a:spcPts val="120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AI models can analyze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URL patterns and anomalies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detect suspicious links.</a:t>
            </a:r>
          </a:p>
          <a:p>
            <a:pPr marL="514350" lvl="0" indent="-514350" algn="just">
              <a:spcBef>
                <a:spcPts val="120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Our Chrome Extension integration offers instant, on-page phishing alerts to users.</a:t>
            </a:r>
          </a:p>
          <a:p>
            <a:pPr marL="514350" lvl="0" indent="-514350" algn="just">
              <a:spcBef>
                <a:spcPts val="120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system merges AI, HTTPS validation, and database checks for better reliability.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0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7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08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4194304" name="Google Shape;121;p5"/>
          <p:cNvGraphicFramePr>
            <a:graphicFrameLocks/>
          </p:cNvGraphicFramePr>
          <p:nvPr/>
        </p:nvGraphicFramePr>
        <p:xfrm>
          <a:off x="-10160" y="708000"/>
          <a:ext cx="12202161" cy="612651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37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01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or Not Phishing? A Survey on the Detection of Phishing Websites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Vignesh, S. B. Goyal, R. Maheswari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2023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blacklist/whitelist methods, similarity-based detection, ML and DL approaches for phishing detection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101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Intelligent Detection Designs of HTML URL Phishing Attacks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de-DE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Chen, J. Xu, Y. Zhang</a:t>
                      </a:r>
                      <a:endParaRPr lang="de-DE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2023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phishing detection using URL/HTML feature engineering, Machine Learning, Deep Learning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194305" name="Google Shape;121;p5"/>
          <p:cNvGraphicFramePr>
            <a:graphicFrameLocks/>
          </p:cNvGraphicFramePr>
          <p:nvPr/>
        </p:nvGraphicFramePr>
        <p:xfrm>
          <a:off x="0" y="708000"/>
          <a:ext cx="12192001" cy="612651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Malicious URL Detection using Machine Learning: A Survey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Sahoo, S. Liu, E. H.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Camtepe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Computing Surveys, 2023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ML methods (SVM, Random Forest, Logistic Regression), feature extraction (lexical, host, content-based)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Phishing Attacks: Their Types, Vectors and Technical Approaches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A. Moghimi, A. Y. Varjani</a:t>
                      </a:r>
                      <a:endParaRPr lang="fi-FI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Systems with Applications (Elsevier), 2018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detection strategies, feature-based approaches, Machine Learning techniques, technical defenses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16" name="Google Shape;127;p6"/>
          <p:cNvSpPr txBox="1"/>
          <p:nvPr/>
        </p:nvSpPr>
        <p:spPr>
          <a:xfrm>
            <a:off x="0" y="353261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sp>
        <p:nvSpPr>
          <p:cNvPr id="1048617" name="Rectangle 3"/>
          <p:cNvSpPr>
            <a:spLocks noChangeArrowheads="1"/>
          </p:cNvSpPr>
          <p:nvPr/>
        </p:nvSpPr>
        <p:spPr bwMode="auto">
          <a:xfrm>
            <a:off x="560800" y="2087483"/>
            <a:ext cx="11223998" cy="32424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Depends mainly on static blacklist and whitelist databases.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Updates from external sources cause delay in detecting new phishing URLs.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No AI-based prediction or adaptive detection layer present.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HTTPS checks are limited or completely missing in many tools.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Results in slower response and higher chances of phishing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21" name="Google Shape;127;p6"/>
          <p:cNvSpPr txBox="1"/>
          <p:nvPr/>
        </p:nvSpPr>
        <p:spPr>
          <a:xfrm>
            <a:off x="0" y="307361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1048622" name="TextBox 2"/>
          <p:cNvSpPr txBox="1"/>
          <p:nvPr/>
        </p:nvSpPr>
        <p:spPr>
          <a:xfrm>
            <a:off x="955909" y="2105859"/>
            <a:ext cx="10787742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None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1. Existing system fails to identify newly created phishing sites.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Dependence on third-party databases delays warning generation.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3. Absence of dynamic learning reduces accuracy.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4. Limited HTTPS verification affects trust assessment.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5. No single lightweight solution integrates all key detection 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26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097154" name="Picture 1" descr="A diagram of a software appli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93" y="776560"/>
            <a:ext cx="11820211" cy="576235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38;p8"/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638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1. 4 GB RAM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Intel i3 Processor or above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CPU Dual-core or higher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4.Strorage 500 MB(development)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48639" name="Google Shape;140;p8"/>
          <p:cNvSpPr txBox="1">
            <a:spLocks noGrp="1"/>
          </p:cNvSpPr>
          <p:nvPr>
            <p:ph type="body" idx="4"/>
          </p:nvPr>
        </p:nvSpPr>
        <p:spPr>
          <a:xfrm>
            <a:off x="7008900" y="267175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SOFTWARE</a:t>
            </a:r>
            <a:endParaRPr b="1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Chrome Browser &amp; Extension Developer Tools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 Python (</a:t>
            </a:r>
            <a:r>
              <a:rPr lang="en-US" dirty="0" err="1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FastAPI</a:t>
            </a: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,scikit-learn)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 Node.js runtime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48640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46;p9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644" name="Google Shape;147;p9"/>
          <p:cNvSpPr txBox="1">
            <a:spLocks noGrp="1"/>
          </p:cNvSpPr>
          <p:nvPr>
            <p:ph type="body" idx="1"/>
          </p:nvPr>
        </p:nvSpPr>
        <p:spPr>
          <a:xfrm>
            <a:off x="2931242" y="1897062"/>
            <a:ext cx="632951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1.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URL Input &amp; Monitoring Module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120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2.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Backend API Module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3.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AI Model Module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4.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Blacklist/Whitelist Database Module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5.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HTTPS Verification Module</a:t>
            </a:r>
          </a:p>
        </p:txBody>
      </p:sp>
      <p:sp>
        <p:nvSpPr>
          <p:cNvPr id="1048645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53;p10"/>
          <p:cNvSpPr txBox="1">
            <a:spLocks noGrp="1"/>
          </p:cNvSpPr>
          <p:nvPr>
            <p:ph type="title"/>
          </p:nvPr>
        </p:nvSpPr>
        <p:spPr>
          <a:xfrm>
            <a:off x="0" y="6810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649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Module 1 – URL Input &amp; Monitoring</a:t>
            </a:r>
          </a:p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Listens for browser tab updates and instantly captures the currently active URL for scanning.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Allows users to manually enter URLs via the extension popup and securely sends them to the backend API for analysis.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Displays a live status badge on the browser toolbar (safe, suspicious, phishing) to provide quick and clear feedback to the user.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50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51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Module 2 – Backend API</a:t>
            </a:r>
          </a:p>
          <a:p>
            <a:pPr marL="514350" lvl="0" indent="-514350"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Receives the incoming URL from the extension and extracts all required lexical, domain, and SSL-based features.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Efficiently communicates with both the AI model and Local database to deliver quick and accurate results.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Stores every scan result with timestamp and prediction details to support logging, analytics, and model improvement.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55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56" name="Google Shape;162;p11"/>
          <p:cNvSpPr txBox="1">
            <a:spLocks noGrp="1"/>
          </p:cNvSpPr>
          <p:nvPr>
            <p:ph type="title"/>
          </p:nvPr>
        </p:nvSpPr>
        <p:spPr>
          <a:xfrm>
            <a:off x="0" y="6810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Module 3 – AI Model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Uses a pre-trained Random Forest classifier trained on thousands of URL samples for better prediction accuracy.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Analyzes multiple attributes such as URL length, HTTPS status, suspicious characters, and domain reputation to compute phishing probability.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Returns a precise prediction score back to the backend, ensuring intelligent real-time decision-making for user safety.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60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61" name="Google Shape;169;p12"/>
          <p:cNvSpPr txBox="1">
            <a:spLocks noGrp="1"/>
          </p:cNvSpPr>
          <p:nvPr>
            <p:ph type="title"/>
          </p:nvPr>
        </p:nvSpPr>
        <p:spPr>
          <a:xfrm>
            <a:off x="0" y="6810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Module 4 – Blacklist/Whitelist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Maintains an updated list of verified safe domains and known malicious ones in the PostgreSQL database.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Performs rapid lookups before AI model execution to save time and reduce unnecessary computations.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Automatically updates from trusted sources and ensures consistent performance with minimal false detections.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6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66" name="Google Shape;176;p13"/>
          <p:cNvSpPr txBox="1">
            <a:spLocks noGrp="1"/>
          </p:cNvSpPr>
          <p:nvPr>
            <p:ph type="title"/>
          </p:nvPr>
        </p:nvSpPr>
        <p:spPr>
          <a:xfrm>
            <a:off x="0" y="570271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Module 5 – HTTPS Verification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Fetches HTTPS certificate details such as issuer, validity period, and encryption strength for each scanned URL.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Evaluates the trust level of the certificate by checking for expired, invalid, or self-signed certificates.</a:t>
            </a:r>
          </a:p>
          <a:p>
            <a:pPr marL="514350" lvl="0" indent="-514350" algn="just">
              <a:spcBef>
                <a:spcPts val="0"/>
              </a:spcBef>
              <a:spcAft>
                <a:spcPts val="12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Flags and reports suspicious domains with poor SSL configurations to enhance browser-level phishing prevention.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70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048671" name="Google Shape;183;p14"/>
          <p:cNvSpPr txBox="1">
            <a:spLocks noGrp="1"/>
          </p:cNvSpPr>
          <p:nvPr>
            <p:ph type="title"/>
          </p:nvPr>
        </p:nvSpPr>
        <p:spPr>
          <a:xfrm>
            <a:off x="0" y="6810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10"/>
          <p:cNvGrpSpPr>
            <a:grpSpLocks noGrp="1" noRot="1" noChangeAspect="1" noMove="1" noResize="1"/>
          </p:cNvGrpSpPr>
          <p:nvPr/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48675" name="Freeform: Shape 11"/>
            <p:cNvSpPr/>
            <p:nvPr/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676" name="Rectangle 12"/>
            <p:cNvSpPr/>
            <p:nvPr/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8677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78" name="Isosceles Tri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79" name="Slide Number Placeholder 1"/>
          <p:cNvSpPr>
            <a:spLocks noGrp="1"/>
          </p:cNvSpPr>
          <p:nvPr>
            <p:ph type="sldNum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31594-EB39-BE8F-6B20-2EFEDB11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89"/>
            <a:ext cx="12192000" cy="647402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8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82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83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84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8685" name="Slide Number Placeholder 1"/>
          <p:cNvSpPr>
            <a:spLocks noGrp="1"/>
          </p:cNvSpPr>
          <p:nvPr>
            <p:ph type="sldNum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US"/>
          </a:p>
        </p:txBody>
      </p:sp>
      <p:sp>
        <p:nvSpPr>
          <p:cNvPr id="1048686" name="Isosceles Tri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87" name="Isosceles Tri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22951-A99D-79BC-62DA-D1BA98D0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19"/>
            <a:ext cx="12192000" cy="645496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89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90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91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92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8693" name="Slide Number Placeholder 1"/>
          <p:cNvSpPr>
            <a:spLocks noGrp="1"/>
          </p:cNvSpPr>
          <p:nvPr>
            <p:ph type="sldNum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/>
          </a:p>
        </p:txBody>
      </p:sp>
      <p:sp>
        <p:nvSpPr>
          <p:cNvPr id="1048694" name="Isosceles Tri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95" name="Isosceles Tri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07B06-9F81-D60D-9122-C09F06E3F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205" y="0"/>
            <a:ext cx="4003589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94;p16"/>
          <p:cNvSpPr txBox="1">
            <a:spLocks noGrp="1"/>
          </p:cNvSpPr>
          <p:nvPr>
            <p:ph type="title"/>
          </p:nvPr>
        </p:nvSpPr>
        <p:spPr>
          <a:xfrm>
            <a:off x="125100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048697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Integrate NLP-based content analysis to detect phishing pages through text patterns.</a:t>
            </a:r>
          </a:p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Use cloud-based centralized learning for faster database updates and AI retraining.</a:t>
            </a:r>
          </a:p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Add support for other browsers like for example Firefox, Edge, and Brave.</a:t>
            </a:r>
          </a:p>
        </p:txBody>
      </p:sp>
      <p:sp>
        <p:nvSpPr>
          <p:cNvPr id="1048698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20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194;p16"/>
          <p:cNvSpPr txBox="1">
            <a:spLocks noGrp="1"/>
          </p:cNvSpPr>
          <p:nvPr>
            <p:ph type="title"/>
          </p:nvPr>
        </p:nvSpPr>
        <p:spPr>
          <a:xfrm>
            <a:off x="0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8702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Our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AI Powered Phishing Detector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efficiently detects phishing websites in real time using a combination of machine learning, SSL validation, and blacklist verification. </a:t>
            </a:r>
          </a:p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system ensures user safety with accurate predictions while maintaining lightweight performance through its Chrome Extension interface.</a:t>
            </a:r>
          </a:p>
          <a:p>
            <a:pPr marL="514350" lvl="0" indent="-514350" algn="just">
              <a:spcBef>
                <a:spcPts val="0"/>
              </a:spcBef>
              <a:spcAft>
                <a:spcPts val="1800"/>
              </a:spcAft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It provides a </a:t>
            </a:r>
            <a:r>
              <a:rPr lang="en-US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practical and user-friendly solution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to tackle modern phishing threats and improves upon traditional static detection methods. 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703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21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Widescreen</PresentationFormat>
  <Paragraphs>143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Arial</vt:lpstr>
      <vt:lpstr>Times New Roman</vt:lpstr>
      <vt:lpstr>Arial Narrow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PowerPoint Presentation</vt:lpstr>
      <vt:lpstr>PowerPoint Presentation</vt:lpstr>
      <vt:lpstr>PowerPoint Presentation</vt:lpstr>
      <vt:lpstr>FUTURE ENHANCEMENTS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Aravinth Krishna R</cp:lastModifiedBy>
  <cp:revision>5</cp:revision>
  <dcterms:created xsi:type="dcterms:W3CDTF">2025-11-26T04:59:02Z</dcterms:created>
  <dcterms:modified xsi:type="dcterms:W3CDTF">2025-11-30T17:16:40Z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6325cd48e2fc4621be7330b66bb59db3</vt:lpwstr>
  </property>
</Properties>
</file>